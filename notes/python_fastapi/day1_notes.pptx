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1EF02-44E2-6E18-B228-827DDB1F9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5D79D-7D78-7095-FD78-91785FF91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57402-E2BF-8C37-E8AE-BE57486AC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BD8E-07AB-4353-AC88-9D42F797A63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1A8A2-F1CC-3319-3DC9-65CF45963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EEB17-0FBA-E5B6-76CD-624AFB4A1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F735-436D-4C11-AB64-1B31BB9A6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78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A5D4E-11CF-DFA7-B8DC-98D3767D3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5B2D4-73F0-196A-9295-DF1F2414A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0400A-C0E4-B377-2DF9-257DCCC72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BD8E-07AB-4353-AC88-9D42F797A63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0406D-E18C-6A86-6B21-63CEAB80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0E6D7-6E2D-5B3F-BD3E-E55E2EE6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F735-436D-4C11-AB64-1B31BB9A6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074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1BC4C-C869-55B1-A343-369E2E92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D3FBF-9ED2-D9F3-3D4B-B8D7AF485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13C91-AF18-FE87-C61C-3C2082A70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BD8E-07AB-4353-AC88-9D42F797A63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FDA13-CDA7-9EB4-1FB2-B1155251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DBF59-1232-7C27-43FE-A0263C2A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F735-436D-4C11-AB64-1B31BB9A6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65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A6EAA-E079-FAF2-3DE4-99D3AEA38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A1259-2423-D740-D5FC-78D176356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6FA32-87AA-95AC-54E2-2D4E24296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ADEFD-07C4-4877-321F-AFCB6007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BD8E-07AB-4353-AC88-9D42F797A63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BD8E7-C44A-1379-1FA1-DEBEA4B6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B807D-D0BB-DE9D-83F0-5F738058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F735-436D-4C11-AB64-1B31BB9A6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975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4D979-DE0E-2744-FACE-1C9CC4D16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58FE6-3D3D-77DE-C6F1-FB1D14D6D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E141E-E0DD-5A87-B55C-3B917324E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A183D9-F2D3-C4A5-78B3-4CBB9173CA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5DBB10-279C-35E3-D32F-1D7262E4F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D9486E-6064-9D4A-77A6-7957D031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BD8E-07AB-4353-AC88-9D42F797A63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7E93E7-EBA0-E4C8-2568-3B1B423F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E9D896-6212-31BC-69B7-69457DDD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F735-436D-4C11-AB64-1B31BB9A6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566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13B8-1A40-4E14-4030-39AB28B39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F233BC-42E6-A4D9-B090-4BE116A9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BD8E-07AB-4353-AC88-9D42F797A63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E6E2A-6D6D-D489-C209-80D02965A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7E5119-F19E-ED82-AAEA-18F959D42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F735-436D-4C11-AB64-1B31BB9A6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158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16D37-6D3C-8D39-7D10-EA2A2E7D7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BD8E-07AB-4353-AC88-9D42F797A63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C0CAC-3E9A-BC0D-488F-60047786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A53FB-D0D5-4E2D-05BB-C39FF24C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F735-436D-4C11-AB64-1B31BB9A6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772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097B9-BB71-EB24-7C17-A50D9D7C8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2B9B3-85ED-269D-BDFC-B64CCFB2F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6B9AD3-4133-6FDE-96D7-71C321119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2C8D4-8003-1937-1FA0-3C323E4B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BD8E-07AB-4353-AC88-9D42F797A63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5FAD0-27BE-6454-A272-F1AFEBFEE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EE25D-B356-D38C-920F-48FB7890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F735-436D-4C11-AB64-1B31BB9A6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146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F5431-86E9-2F3C-9295-C961CAC3D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C912B4-0597-25DC-9061-E44D6654D0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4B706-92BB-9C63-6A0C-8C9A70F85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90F80-6DA2-A13A-1962-C1C2CEAE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BD8E-07AB-4353-AC88-9D42F797A63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F031B-F199-1792-67CD-9E241BB8A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F3472-7325-5305-B2FD-1D50AFC2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F735-436D-4C11-AB64-1B31BB9A6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658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B5C8F-C362-0AC5-6D53-431415FE6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A45E1C-9DAE-1E36-3FCF-8106840A1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D3BC0-87FE-0F3A-2A2D-F9113DEE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BD8E-07AB-4353-AC88-9D42F797A63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DF01B-5396-F85A-7689-FFF29F99C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459AB-02A6-A719-293A-1DC6D0122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F735-436D-4C11-AB64-1B31BB9A6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65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07378-AFFC-1D5A-30C5-A79028A87C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A3729-F1D6-9D98-91B9-76B4351FB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8EAA9-A303-1BDE-CF91-8431B2658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BD8E-07AB-4353-AC88-9D42F797A63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A34E4-0DFE-2EE9-A6C3-9708415D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ACF67-519C-FA9C-FF33-43958DDC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EF735-436D-4C11-AB64-1B31BB9A6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845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761B8B-6A15-093D-E85F-D007C7AA8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073E4-4F98-EC6B-AB06-F249D7B2F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EB80-74F0-1A29-767A-06E31662C9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9BD8E-07AB-4353-AC88-9D42F797A63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F97C1-1F10-6883-56A8-2EB816CDD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F25F7-6E36-CF8E-9EF0-3A01D7E2D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EF735-436D-4C11-AB64-1B31BB9A6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44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785E-2FA6-D755-EA8B-2D39761E7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4544" y="-852741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Day 1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9F44C3-3E29-E978-2555-E7AB35E20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04" y="1901254"/>
            <a:ext cx="9144000" cy="1948370"/>
          </a:xfrm>
        </p:spPr>
        <p:txBody>
          <a:bodyPr>
            <a:normAutofit fontScale="62500" lnSpcReduction="20000"/>
          </a:bodyPr>
          <a:lstStyle/>
          <a:p>
            <a:r>
              <a:rPr lang="en-US" sz="4400" dirty="0"/>
              <a:t>Day 1–2: Introduction to Computers </a:t>
            </a:r>
          </a:p>
          <a:p>
            <a:endParaRPr lang="en-US" dirty="0"/>
          </a:p>
          <a:p>
            <a:pPr algn="l"/>
            <a:r>
              <a:rPr lang="en-US" dirty="0"/>
              <a:t>– What is a computer? </a:t>
            </a:r>
          </a:p>
          <a:p>
            <a:pPr algn="l"/>
            <a:r>
              <a:rPr lang="en-US" dirty="0"/>
              <a:t>– Basic components of a computer (CPU, RAM, storage, etc.) </a:t>
            </a:r>
          </a:p>
          <a:p>
            <a:pPr algn="l"/>
            <a:r>
              <a:rPr lang="en-US" dirty="0"/>
              <a:t>– How computers process data ?</a:t>
            </a:r>
          </a:p>
          <a:p>
            <a:pPr algn="l"/>
            <a:r>
              <a:rPr lang="en-US" dirty="0"/>
              <a:t>– Basic input/output devices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6285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2C1B-3DC9-382E-53F7-E1F01689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computer?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444EB-E702-E68A-33A6-6D12EBE86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A computer is an electronic device that </a:t>
            </a:r>
            <a:r>
              <a:rPr lang="en-US" sz="2400" dirty="0">
                <a:highlight>
                  <a:srgbClr val="00FF00"/>
                </a:highlight>
                <a:latin typeface="+mj-lt"/>
              </a:rPr>
              <a:t>manipulates information or data</a:t>
            </a:r>
            <a:r>
              <a:rPr lang="en-US" sz="2400" dirty="0">
                <a:latin typeface="+mj-lt"/>
              </a:rPr>
              <a:t>.</a:t>
            </a:r>
          </a:p>
          <a:p>
            <a:endParaRPr lang="en-US" sz="16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Key Components and Functions: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Hardware: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The physical parts you can touch, including the monitor, keyboard, mouse, and internal components like the 	motherboard and CPU.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Software: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Instructions or programs that tell the hardware what to do.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Input-Process-Output Cycle: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	Computers take in data, store it, process it according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highlight>
                  <a:srgbClr val="00FF00"/>
                </a:highlight>
                <a:latin typeface="Google Sans"/>
              </a:rPr>
              <a:t>to instructions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and provide the results.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0309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2E152-EBC8-81E0-F62F-778CB3304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2608" y="966089"/>
            <a:ext cx="4494637" cy="435133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Transistor (switch)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Logic gates (AND, OR, NOT, XOR)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Adders, Multiplexers, Comparators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ALU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CPU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Computer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Software</a:t>
            </a:r>
          </a:p>
          <a:p>
            <a:r>
              <a:rPr lang="en-US" dirty="0"/>
              <a:t>Everything reduces to ON and OFF states.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1435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1C3E-D421-94B2-1621-391B8110D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computer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F87F9-45A7-BE7E-D9F9-D155D219E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A computer is made of </a:t>
            </a:r>
            <a:r>
              <a:rPr lang="en-US" sz="1600" b="1" dirty="0"/>
              <a:t>five fundamental components</a:t>
            </a:r>
            <a:r>
              <a:rPr lang="en-US" sz="1600" dirty="0"/>
              <a:t>:</a:t>
            </a:r>
          </a:p>
          <a:p>
            <a:r>
              <a:rPr lang="en-US" sz="1600" dirty="0"/>
              <a:t>Input Unit</a:t>
            </a:r>
          </a:p>
          <a:p>
            <a:r>
              <a:rPr lang="en-US" sz="1600" dirty="0"/>
              <a:t>CPU (Central Processing Unit) </a:t>
            </a:r>
          </a:p>
          <a:p>
            <a:pPr lvl="1"/>
            <a:r>
              <a:rPr lang="en-US" sz="1400" dirty="0"/>
              <a:t>ALU</a:t>
            </a:r>
          </a:p>
          <a:p>
            <a:pPr lvl="1"/>
            <a:r>
              <a:rPr lang="en-US" sz="1400" dirty="0"/>
              <a:t>Control Unit</a:t>
            </a:r>
          </a:p>
          <a:p>
            <a:pPr lvl="1"/>
            <a:r>
              <a:rPr lang="en-US" sz="1400" dirty="0"/>
              <a:t>Registers</a:t>
            </a:r>
          </a:p>
          <a:p>
            <a:r>
              <a:rPr lang="en-US" sz="1600" dirty="0"/>
              <a:t>Memory </a:t>
            </a:r>
          </a:p>
          <a:p>
            <a:pPr lvl="1"/>
            <a:r>
              <a:rPr lang="en-US" sz="1400" dirty="0"/>
              <a:t>Primary Memory (RAM, ROM)</a:t>
            </a:r>
          </a:p>
          <a:p>
            <a:pPr lvl="1"/>
            <a:r>
              <a:rPr lang="en-US" sz="1400" dirty="0"/>
              <a:t>Cache</a:t>
            </a:r>
          </a:p>
          <a:p>
            <a:r>
              <a:rPr lang="en-US" sz="1600" dirty="0"/>
              <a:t>Storage (Secondary Memory)</a:t>
            </a:r>
          </a:p>
          <a:p>
            <a:r>
              <a:rPr lang="en-US" sz="1600" dirty="0"/>
              <a:t>Output Unit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6619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F77D4-2150-ED0D-68A9-AFAAC65A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computer processes the data?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9728A-C070-8277-B0A8-4AD60764B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A computer processes data by converting input into binary, loading instructions into memory, and executing them using the Fetch–Decode–Execute cycle inside the CPU.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Step 1: Input Comes Into the System</a:t>
            </a:r>
          </a:p>
          <a:p>
            <a:r>
              <a:rPr lang="en-US" sz="1600" dirty="0"/>
              <a:t>Step 2: Data Is Loaded Into RAM</a:t>
            </a:r>
          </a:p>
          <a:p>
            <a:r>
              <a:rPr lang="en-US" sz="1600" dirty="0"/>
              <a:t>Step 3: CPU Starts Processing</a:t>
            </a:r>
          </a:p>
          <a:p>
            <a:pPr lvl="1"/>
            <a:r>
              <a:rPr lang="en-IN" sz="1200" dirty="0"/>
              <a:t>Fetch–Decode–Execute Cycle</a:t>
            </a:r>
          </a:p>
          <a:p>
            <a:pPr lvl="2"/>
            <a:r>
              <a:rPr lang="en-IN" sz="800" dirty="0"/>
              <a:t>Step A: Fetch</a:t>
            </a:r>
          </a:p>
          <a:p>
            <a:pPr lvl="2"/>
            <a:r>
              <a:rPr lang="en-IN" sz="800" dirty="0"/>
              <a:t>Step B: Decode</a:t>
            </a:r>
          </a:p>
          <a:p>
            <a:pPr lvl="2"/>
            <a:r>
              <a:rPr lang="en-IN" sz="800" dirty="0"/>
              <a:t>Step C: Execute</a:t>
            </a:r>
          </a:p>
          <a:p>
            <a:pPr marL="914400" lvl="2" indent="0">
              <a:buNone/>
            </a:pP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1142066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58D0B-3FF4-2236-517C-DC98FABB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workflow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D172B-D791-8BBB-FC4C-DC1EC2E4A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23300" cy="3368675"/>
          </a:xfrm>
        </p:spPr>
        <p:txBody>
          <a:bodyPr>
            <a:normAutofit/>
          </a:bodyPr>
          <a:lstStyle/>
          <a:p>
            <a:r>
              <a:rPr lang="en-IN" sz="1600" dirty="0"/>
              <a:t>Python file stored in SSD</a:t>
            </a:r>
          </a:p>
          <a:p>
            <a:r>
              <a:rPr lang="en-IN" sz="1600" dirty="0"/>
              <a:t>OS loads Python interpreter into RAM</a:t>
            </a:r>
          </a:p>
          <a:p>
            <a:r>
              <a:rPr lang="en-IN" sz="1600" dirty="0"/>
              <a:t>Bytecode loaded into RAM</a:t>
            </a:r>
          </a:p>
          <a:p>
            <a:r>
              <a:rPr lang="en-IN" sz="1600" dirty="0"/>
              <a:t>CPU fetches instruction</a:t>
            </a:r>
          </a:p>
          <a:p>
            <a:r>
              <a:rPr lang="en-IN" sz="1600" dirty="0"/>
              <a:t>ALU performs binary addition</a:t>
            </a:r>
          </a:p>
          <a:p>
            <a:r>
              <a:rPr lang="en-IN" sz="1600" dirty="0"/>
              <a:t>Result stored in register</a:t>
            </a:r>
          </a:p>
          <a:p>
            <a:r>
              <a:rPr lang="en-IN" sz="1600" dirty="0"/>
              <a:t>Value written into RAM</a:t>
            </a:r>
          </a:p>
          <a:p>
            <a:r>
              <a:rPr lang="en-IN" sz="1600" dirty="0"/>
              <a:t>Output sent to monitor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07924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BBD7-14F1-855A-FB1F-24A4AE551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7D47B-D724-CBF3-83EA-F3FCFB2A3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Win + I → System → About</a:t>
            </a:r>
          </a:p>
          <a:p>
            <a:pPr lvl="1"/>
            <a:r>
              <a:rPr lang="en-IN" dirty="0"/>
              <a:t>Note followings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Processor name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Installed RAM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type (64-bit or 32-bit)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 speed (e.g., 1.40 GHz)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1722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267E-3197-BEAB-0AA1-AAE837181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F26F-55A2-9ED6-0FC7-B785022FD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 Manager</a:t>
            </a:r>
          </a:p>
          <a:p>
            <a:pPr lvl="1"/>
            <a:r>
              <a:rPr lang="en-US" dirty="0"/>
              <a:t>Observe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Open many chrome tabs and watch</a:t>
            </a:r>
          </a:p>
          <a:p>
            <a:pPr lvl="1"/>
            <a:r>
              <a:rPr lang="en-US" dirty="0"/>
              <a:t>Type something </a:t>
            </a:r>
            <a:r>
              <a:rPr lang="en-US" dirty="0" err="1"/>
              <a:t>obvserev</a:t>
            </a:r>
            <a:r>
              <a:rPr lang="en-US" dirty="0"/>
              <a:t> the spike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0105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C0066-CD0F-8E65-902C-55AA191D0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E6EE4-98A9-EE39-A885-011D0250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Win + R → </a:t>
            </a:r>
            <a:r>
              <a:rPr lang="en-IN" dirty="0" err="1"/>
              <a:t>cmd</a:t>
            </a:r>
            <a:endParaRPr lang="en-IN" dirty="0"/>
          </a:p>
          <a:p>
            <a:endParaRPr lang="en-IN" dirty="0"/>
          </a:p>
          <a:p>
            <a:pPr lvl="1"/>
            <a:r>
              <a:rPr lang="en-IN" dirty="0"/>
              <a:t>hostname</a:t>
            </a:r>
            <a:br>
              <a:rPr lang="en-IN" dirty="0"/>
            </a:br>
            <a:r>
              <a:rPr lang="en-IN" dirty="0" err="1"/>
              <a:t>whoami</a:t>
            </a:r>
            <a:br>
              <a:rPr lang="en-IN" dirty="0"/>
            </a:br>
            <a:r>
              <a:rPr lang="en-IN" dirty="0"/>
              <a:t>ipconfig</a:t>
            </a:r>
          </a:p>
        </p:txBody>
      </p:sp>
    </p:spTree>
    <p:extLst>
      <p:ext uri="{BB962C8B-B14F-4D97-AF65-F5344CB8AC3E}">
        <p14:creationId xmlns:p14="http://schemas.microsoft.com/office/powerpoint/2010/main" val="597875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81F9-9166-ED89-C523-A28200C66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6D1CD-FDED-92C5-8B7A-34A8B92BA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sysdm.cpl</a:t>
            </a:r>
            <a:r>
              <a:rPr lang="en-IN" dirty="0"/>
              <a:t> </a:t>
            </a:r>
          </a:p>
          <a:p>
            <a:pPr lvl="1"/>
            <a:r>
              <a:rPr lang="en-US" dirty="0" err="1"/>
              <a:t>sysdm.cpl</a:t>
            </a:r>
            <a:r>
              <a:rPr lang="en-US" dirty="0"/>
              <a:t> is a </a:t>
            </a:r>
            <a:r>
              <a:rPr lang="en-US" b="1" dirty="0"/>
              <a:t>Windows control panel file</a:t>
            </a:r>
            <a:r>
              <a:rPr lang="en-US" dirty="0"/>
              <a:t> that opens </a:t>
            </a:r>
            <a:r>
              <a:rPr lang="en-US" b="1" dirty="0"/>
              <a:t>System Properties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Window + 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4177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F0B16-D284-6C85-335D-46878E9C9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3B4D5-6A74-8A18-461E-DCDF62743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Explore C: drive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6064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Google Sans</vt:lpstr>
      <vt:lpstr>Office Theme</vt:lpstr>
      <vt:lpstr>Day 1</vt:lpstr>
      <vt:lpstr>What is computer?</vt:lpstr>
      <vt:lpstr>PowerPoint Presentation</vt:lpstr>
      <vt:lpstr>Components of computer</vt:lpstr>
      <vt:lpstr>How computer processes the data?</vt:lpstr>
      <vt:lpstr>Complete workflow</vt:lpstr>
      <vt:lpstr>Hands-on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Patil</dc:creator>
  <cp:lastModifiedBy>Vivek Patil</cp:lastModifiedBy>
  <cp:revision>1</cp:revision>
  <dcterms:created xsi:type="dcterms:W3CDTF">2026-03-01T15:48:59Z</dcterms:created>
  <dcterms:modified xsi:type="dcterms:W3CDTF">2026-03-01T15:51:05Z</dcterms:modified>
</cp:coreProperties>
</file>